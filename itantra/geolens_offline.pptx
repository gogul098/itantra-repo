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YZjLJlN+rgKMAVGWeSWYtCRqb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1784858"/>
            <a:ext cx="59247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lang="en-IN" sz="2400" b="1">
                <a:solidFill>
                  <a:schemeClr val="dk1"/>
                </a:solidFill>
              </a:rPr>
              <a:t>SIH26227</a:t>
            </a:r>
            <a:endParaRPr/>
          </a:p>
          <a:p>
            <a:pPr marL="285750" marR="0" lvl="0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IN" sz="2400" b="1">
                <a:solidFill>
                  <a:schemeClr val="dk1"/>
                </a:solidFill>
              </a:rPr>
              <a:t> </a:t>
            </a: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Title-</a:t>
            </a:r>
            <a:r>
              <a:rPr lang="en-IN" sz="2000">
                <a:solidFill>
                  <a:srgbClr val="212529"/>
                </a:solidFill>
                <a:highlight>
                  <a:srgbClr val="FFFFFF"/>
                </a:highlight>
              </a:rPr>
              <a:t>Semantic Retrieval and Multi-Temporal Change Analysis of Satellite lmagery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lang="en-IN" sz="2400">
                <a:solidFill>
                  <a:srgbClr val="212529"/>
                </a:solidFill>
              </a:rPr>
              <a:t>Space Technology</a:t>
            </a:r>
            <a:endParaRPr sz="3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763800" y="1431434"/>
            <a:ext cx="10972800" cy="14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latin typeface="Arial"/>
                <a:ea typeface="Arial"/>
                <a:cs typeface="Arial"/>
                <a:sym typeface="Arial"/>
              </a:rPr>
              <a:t>GeoLens Offline: AI Semantic Search &amp; Change Detection for Satellite Imagery</a:t>
            </a:r>
            <a:endParaRPr sz="39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29773" y="1888989"/>
            <a:ext cx="1219199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IN" sz="2800" b="1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</a:t>
            </a:r>
            <a:endParaRPr sz="28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329773" y="40207"/>
            <a:ext cx="2249850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416133" y="2718333"/>
            <a:ext cx="3378627" cy="329320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EO search: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Converts satellite imagery into semantic embeddings for text-to-image and image-to-image retrieval.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 intelligence: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Compares multi-date imagery to detect, classify and locate meaningful changes.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Analyst-centric platform: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Qdrant + PostGIS with an offline dashboard for ranked results, evidence and provenance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148905" y="2718333"/>
            <a:ext cx="3358424" cy="326243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addresses the problem: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by meaning: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Finds relevant locations using natural-language queries instead of relying only on metadata.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false alarms: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quality masks, image alignment and multi-signal confidence to suppress seasonal/cloud-related changes.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on-premises: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Supports incremental ingestion and local processing of Sentinel-1, Sentinel-2 and Landsat data without cloud APIs.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074962" y="2718333"/>
            <a:ext cx="3236505" cy="326243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+ temporal intelligence: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semantic discovery with multi-temporal change analysis in one system.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beyond known locations: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HDBSCAN identifies similar sites, while Rocchio feedback improves analyst-driven ranking.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 &amp; sovereign by design: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Local AI models + Qdrant + PostGIS + Docker enable air-gapped Earth-observation analysis.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7709554" y="1334720"/>
            <a:ext cx="4141063" cy="477053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+ PyTorch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AI model development &amp; local inference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RemoteCLIP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Text/image semantic satellite retrieval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 Feature Extractor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Sentinel-1 SAR feature extraction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Siamese Change Detection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Multi-temporal change analysis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HDBSCAN + Rocchio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Similar-site discovery &amp; search refinement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GDAL + Rasterio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Satellite raster processing &amp; tiling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Vector embedding storage &amp; similarity search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+ PostGIS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Spatial, temporal &amp; metadata queries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Local AI/backend service integration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+ MapLibre GL JS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Offline analyst dashboard &amp; map visualization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PMTiles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Offline map tile storage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Reproducible on-premise deployment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Sentinel-1 / Sentinel-2 / Landsat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SAR, optical &amp; historical satellite imagery</a:t>
            </a:r>
            <a:endParaRPr/>
          </a:p>
        </p:txBody>
      </p:sp>
      <p:sp>
        <p:nvSpPr>
          <p:cNvPr id="121" name="Google Shape;121;p3" descr="Your startup LOGO"/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8866" y="956733"/>
            <a:ext cx="3939117" cy="5261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IN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336105" y="2466882"/>
            <a:ext cx="3665220" cy="261610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Feasibility of the idea: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Proven open-source AI &amp; geospatial technologies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Public Sentinel-1, Sentinel-2 &amp; Landsat data available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Modular architecture enables rapid MVP development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Offline/on-premise deployment is achievable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4186980" y="2478374"/>
            <a:ext cx="3665220" cy="261610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 challenges and risks: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Large satellite data volume &amp; processing requirements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False alarms from clouds, shadows &amp; seasonal changes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Multi-temporal image misalignment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Limited labeled data for validation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8113443" y="2477708"/>
            <a:ext cx="3665220" cy="2893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Tile-based &amp; incremental data processing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Quality masking, normalization &amp; image co-registration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GPU acceleration and model quantization</a:t>
            </a:r>
            <a:b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Multi-signal confidence scoring + analyst verification</a:t>
            </a:r>
            <a:endParaRPr/>
          </a:p>
        </p:txBody>
      </p:sp>
      <p:sp>
        <p:nvSpPr>
          <p:cNvPr id="136" name="Google Shape;136;p4" descr="Your startup LOGO"/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IN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794172" y="2407607"/>
            <a:ext cx="4590627" cy="258532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audience: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Faster identification of meaningful changes in satellite imagery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Improved situational awareness for analysts and decision-makers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Reduced manual effort in large-scale image investigation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Supports rapid detection of emerging or previously unknown sites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6136640" y="2413336"/>
            <a:ext cx="5201920" cy="203132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solution: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Enables better environmental monitoring and informed decision-making.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Reduces the time and cost of large-scale satellite analysis.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Enables rapid before/after assessment of disaster-affected areas.</a:t>
            </a:r>
            <a:endParaRPr/>
          </a:p>
        </p:txBody>
      </p:sp>
      <p:sp>
        <p:nvSpPr>
          <p:cNvPr id="149" name="Google Shape;149;p5" descr="Your startup LOGO"/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609600" y="1617116"/>
            <a:ext cx="9987300" cy="3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RemoteCLIP</a:t>
            </a: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(Optical RS Vision‑Language Model):</a:t>
            </a:r>
            <a:b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https://github.com/remote-clip/RemoteCLIP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 Vision‑Language Models (SARCLIP / SAR‑VLM family, </a:t>
            </a:r>
            <a:r>
              <a:rPr lang="en-IN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arXiv</a:t>
            </a: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IEEE / GitHub, 2023–2025).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Vector Database (offline vector search &amp; filtering):</a:t>
            </a:r>
            <a:b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https://github.com/qdrant/qdrant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IN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 descr="Your startup LOGO"/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Garamond</vt:lpstr>
      <vt:lpstr>Noto Sans Symbols</vt:lpstr>
      <vt:lpstr>Oswald</vt:lpstr>
      <vt:lpstr>Arial</vt:lpstr>
      <vt:lpstr>Calibri</vt:lpstr>
      <vt:lpstr>Office Theme</vt:lpstr>
      <vt:lpstr>SMART INDIA HACKATHON 2026</vt:lpstr>
      <vt:lpstr>GeoLens Offline: AI Semantic Search &amp; Change Detection for Satellite Imagery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G GOGULAKRISHNAN-[CH.SC.U4AIE24019]</cp:lastModifiedBy>
  <cp:revision>1</cp:revision>
  <dcterms:created xsi:type="dcterms:W3CDTF">2013-12-12T18:46:50Z</dcterms:created>
  <dcterms:modified xsi:type="dcterms:W3CDTF">2026-09-04T18:10:40Z</dcterms:modified>
</cp:coreProperties>
</file>